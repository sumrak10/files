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8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62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65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10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07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55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29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79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59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73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0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A3E51-93DC-4908-A704-63615B33E364}" type="datetimeFigureOut">
              <a:rPr lang="ru-RU" smtClean="0"/>
              <a:t>11.04.2021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B854D-235F-43E1-BE94-E6B47A603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8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73705" y="485893"/>
            <a:ext cx="4835857" cy="952097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Arial Black" panose="020B0A04020102020204" pitchFamily="34" charset="0"/>
              </a:rPr>
              <a:t>Коста-Рика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3025" y="361748"/>
            <a:ext cx="7220121" cy="6271063"/>
          </a:xfrm>
          <a:solidFill>
            <a:schemeClr val="bg1">
              <a:alpha val="46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ru-RU" sz="3200" i="1" dirty="0" smtClean="0"/>
              <a:t>Политическое устройство</a:t>
            </a:r>
            <a:r>
              <a:rPr lang="ru-RU" sz="3200" dirty="0" smtClean="0"/>
              <a:t>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Президентская республика</a:t>
            </a:r>
          </a:p>
          <a:p>
            <a:pPr algn="l"/>
            <a:r>
              <a:rPr lang="ru-RU" sz="3200" i="1" dirty="0"/>
              <a:t>Административное-территориальное </a:t>
            </a:r>
            <a:r>
              <a:rPr lang="ru-RU" sz="3200" i="1" dirty="0" smtClean="0"/>
              <a:t>деление</a:t>
            </a:r>
            <a:r>
              <a:rPr lang="ru-RU" sz="3200" dirty="0" smtClean="0"/>
              <a:t>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Коста-Рика </a:t>
            </a:r>
            <a:r>
              <a:rPr lang="ru-RU" sz="3200" dirty="0"/>
              <a:t>делится на 7 </a:t>
            </a:r>
            <a:r>
              <a:rPr lang="ru-RU" sz="3200" dirty="0" smtClean="0"/>
              <a:t>провинций. </a:t>
            </a:r>
            <a:r>
              <a:rPr lang="ru-RU" sz="3200" dirty="0"/>
              <a:t>Провинции разделены на кантоны. Кантонов — 81, они управляются мэрами</a:t>
            </a:r>
            <a:endParaRPr lang="ru-RU" sz="3200" dirty="0" smtClean="0"/>
          </a:p>
          <a:p>
            <a:pPr algn="l"/>
            <a:r>
              <a:rPr lang="ru-RU" sz="3200" i="1" dirty="0" smtClean="0"/>
              <a:t>Глава государства</a:t>
            </a:r>
            <a:r>
              <a:rPr lang="ru-RU" sz="3200" dirty="0" smtClean="0"/>
              <a:t>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Карлос </a:t>
            </a:r>
            <a:r>
              <a:rPr lang="ru-RU" sz="3200" dirty="0" err="1" smtClean="0"/>
              <a:t>Альварадо</a:t>
            </a:r>
            <a:r>
              <a:rPr lang="ru-RU" sz="3200" dirty="0" smtClean="0"/>
              <a:t> </a:t>
            </a:r>
            <a:r>
              <a:rPr lang="ru-RU" sz="3200" dirty="0" err="1" smtClean="0"/>
              <a:t>Кесада</a:t>
            </a:r>
            <a:endParaRPr lang="ru-RU" sz="3200" dirty="0" smtClean="0"/>
          </a:p>
          <a:p>
            <a:pPr algn="l"/>
            <a:r>
              <a:rPr lang="ru-RU" sz="3200" i="1" dirty="0" smtClean="0"/>
              <a:t>Язык: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 smtClean="0"/>
              <a:t>Испанский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732" y="1437990"/>
            <a:ext cx="4331801" cy="25973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040" y="4333165"/>
            <a:ext cx="2015189" cy="220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3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7701" y="417731"/>
            <a:ext cx="107504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/>
              <a:t>Экономическо-географическое положение</a:t>
            </a:r>
            <a:endParaRPr lang="ru-RU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90563" y="1187172"/>
            <a:ext cx="11010871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200" dirty="0"/>
              <a:t>Коста-Рика — одна из самых маленьких стран Центральной Америки. </a:t>
            </a:r>
            <a:r>
              <a:rPr lang="ru-RU" sz="3200" dirty="0" smtClean="0"/>
              <a:t>Расположена </a:t>
            </a:r>
            <a:r>
              <a:rPr lang="ru-RU" sz="3200" dirty="0"/>
              <a:t>в узкой части перешейка, соединяющего два континента. </a:t>
            </a:r>
            <a:r>
              <a:rPr lang="ru-RU" sz="3200" dirty="0" smtClean="0"/>
              <a:t>На </a:t>
            </a:r>
            <a:r>
              <a:rPr lang="ru-RU" sz="3200" dirty="0"/>
              <a:t>юго-западе страна омывается водами Тихого океана, на северо-востоке — Карибским морем</a:t>
            </a:r>
            <a:r>
              <a:rPr lang="ru-RU" sz="3200" dirty="0" smtClean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8052" y="3892866"/>
            <a:ext cx="9829743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 smtClean="0"/>
              <a:t>Из основных преимуществ такого положения является: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Близость США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Отдаленность от других стран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Панамский канал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Большинство стран имеют выход в океану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691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0" y="662940"/>
            <a:ext cx="52313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/>
              <a:t>Природные ресурсы</a:t>
            </a:r>
            <a:endParaRPr lang="ru-RU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18372" y="1737360"/>
            <a:ext cx="91439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Коста</a:t>
            </a:r>
            <a:r>
              <a:rPr lang="ru-RU" sz="3200" dirty="0"/>
              <a:t>-</a:t>
            </a:r>
            <a:r>
              <a:rPr lang="ru-RU" sz="3200" b="1" dirty="0"/>
              <a:t>Рика</a:t>
            </a:r>
            <a:r>
              <a:rPr lang="ru-RU" sz="3200" dirty="0"/>
              <a:t> небогата полезными ископаемыми. Здесь добывают железную руду, серу, бокситы, медь, марганец, есть небольшие месторождения серебра и золота</a:t>
            </a:r>
          </a:p>
        </p:txBody>
      </p:sp>
    </p:spTree>
    <p:extLst>
      <p:ext uri="{BB962C8B-B14F-4D97-AF65-F5344CB8AC3E}">
        <p14:creationId xmlns:p14="http://schemas.microsoft.com/office/powerpoint/2010/main" val="80628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1780" y="671692"/>
            <a:ext cx="7520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/>
              <a:t>Характеристика населения</a:t>
            </a:r>
            <a:endParaRPr lang="ru-RU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73831" y="1381006"/>
            <a:ext cx="10076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/>
              <a:t>Численность </a:t>
            </a:r>
            <a:r>
              <a:rPr lang="ru-RU" sz="3200" b="1" dirty="0" smtClean="0"/>
              <a:t>населения:</a:t>
            </a:r>
            <a:r>
              <a:rPr lang="ru-RU" sz="3200" dirty="0"/>
              <a:t> 5,1 млн (оценка на июль 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20" y="1980902"/>
            <a:ext cx="563205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Этно-расовый состав (2011 г.)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65,8 % —</a:t>
            </a:r>
            <a:r>
              <a:rPr lang="ru-RU" altLang="ru-RU" sz="28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белые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13,65 % —</a:t>
            </a:r>
            <a:r>
              <a:rPr lang="ru-RU" altLang="ru-RU" sz="28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метисы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6,72 % —</a:t>
            </a:r>
            <a:r>
              <a:rPr lang="ru-RU" altLang="ru-RU" sz="28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мулаты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2,4 % —</a:t>
            </a:r>
            <a:r>
              <a:rPr lang="ru-RU" altLang="ru-RU" sz="28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индейцы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1,03 % —</a:t>
            </a:r>
            <a:r>
              <a:rPr lang="ru-RU" altLang="ru-RU" sz="28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негры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0,21 % — азиаты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9,03 % — «иммигранты»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0,88 % — другие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945556" y="1965781"/>
            <a:ext cx="624644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Религия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Преобладающей</a:t>
            </a:r>
            <a:r>
              <a:rPr lang="ru-RU" sz="2800" dirty="0"/>
              <a:t> религией является католицизм, однако, согласно данным Университета Коста-Рики только около 44,9 % населения — практикующие </a:t>
            </a:r>
            <a:r>
              <a:rPr lang="ru-RU" sz="2800" dirty="0" smtClean="0"/>
              <a:t>католики.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13,8 % населения — евангельские христиане,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11,3 % — неверующие и агностики,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4,3 % — другие религии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6083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3180" y="640080"/>
            <a:ext cx="219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/>
              <a:t>Столица</a:t>
            </a:r>
            <a:endParaRPr lang="ru-RU" sz="4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-29685"/>
            <a:ext cx="4831080" cy="68876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65960"/>
            <a:ext cx="62179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Сан-Хосе</a:t>
            </a:r>
            <a:r>
              <a:rPr lang="ru-RU" sz="3200" dirty="0"/>
              <a:t> — столица и крупнейший город Коста-Рики. Административный центр провинции Сан-Хосе</a:t>
            </a:r>
            <a:r>
              <a:rPr lang="ru-RU" sz="3200" dirty="0" smtClean="0"/>
              <a:t>.</a:t>
            </a:r>
          </a:p>
          <a:p>
            <a:r>
              <a:rPr lang="ru-RU" sz="3200" dirty="0"/>
              <a:t>Население кантона Сан-Хосе 350 тыс. жителей (2008</a:t>
            </a:r>
            <a:r>
              <a:rPr lang="ru-RU" sz="3200" dirty="0" smtClean="0"/>
              <a:t>)</a:t>
            </a:r>
          </a:p>
          <a:p>
            <a:r>
              <a:rPr lang="ru-RU" sz="3200" dirty="0"/>
              <a:t>Агломерация Сан-Хосе выходит за пределы кантона, её население более 1 миллиона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216771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0" y="685800"/>
            <a:ext cx="67537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/>
              <a:t>Отрасли промышленности</a:t>
            </a:r>
            <a:endParaRPr lang="ru-RU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54380" y="1455241"/>
            <a:ext cx="108585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Горнодобывающая </a:t>
            </a:r>
            <a:r>
              <a:rPr lang="ru-RU" sz="3200" b="1" dirty="0" smtClean="0"/>
              <a:t>промышленность</a:t>
            </a:r>
          </a:p>
          <a:p>
            <a:r>
              <a:rPr lang="ru-RU" sz="3200" dirty="0" smtClean="0"/>
              <a:t>На </a:t>
            </a:r>
            <a:r>
              <a:rPr lang="ru-RU" sz="3200" dirty="0"/>
              <a:t>Тихоокеанском побережье обнаружены запасы серы и золота.</a:t>
            </a:r>
          </a:p>
          <a:p>
            <a:r>
              <a:rPr lang="ru-RU" sz="3200" b="1" dirty="0"/>
              <a:t>Обрабатывающая </a:t>
            </a:r>
            <a:r>
              <a:rPr lang="ru-RU" sz="3200" b="1" dirty="0" smtClean="0"/>
              <a:t>промышленность</a:t>
            </a:r>
            <a:endParaRPr lang="ru-RU" sz="3200" dirty="0"/>
          </a:p>
          <a:p>
            <a:r>
              <a:rPr lang="ru-RU" sz="3200" dirty="0" smtClean="0"/>
              <a:t>До </a:t>
            </a:r>
            <a:r>
              <a:rPr lang="ru-RU" sz="3200" dirty="0"/>
              <a:t>недавнего времени крупного производства в Коста-Рике не было — существовали мелкие предприятия легкой и пищевой промышленности, однако потом с притоком инвестиций появились цементные и фармацевтические предприятия, заводы по производству цемента, автомобильных шин и удобрений.</a:t>
            </a:r>
          </a:p>
        </p:txBody>
      </p:sp>
    </p:spTree>
    <p:extLst>
      <p:ext uri="{BB962C8B-B14F-4D97-AF65-F5344CB8AC3E}">
        <p14:creationId xmlns:p14="http://schemas.microsoft.com/office/powerpoint/2010/main" val="118492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4420" y="1645920"/>
            <a:ext cx="108585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В сельском хозяйстве занято 20 % трудоспособного населения, эта отрасль дает 8,6 % ВВП.</a:t>
            </a:r>
            <a:endParaRPr lang="ru-RU" sz="3200" dirty="0" smtClean="0"/>
          </a:p>
          <a:p>
            <a:r>
              <a:rPr lang="ru-RU" sz="3200" dirty="0" smtClean="0"/>
              <a:t>Ныне </a:t>
            </a:r>
            <a:r>
              <a:rPr lang="ru-RU" sz="3200" dirty="0"/>
              <a:t>основой экономики служит производство и экспорт электроники (микропроцессоров и медицинских приборов), туризм, в частности экотуризм, а также производство кофе, чая, кукурузы, бананов, сахара и говядины</a:t>
            </a:r>
            <a:r>
              <a:rPr lang="ru-RU" sz="3200" dirty="0" smtClean="0"/>
              <a:t>.</a:t>
            </a:r>
            <a:endParaRPr lang="ru-RU" sz="3200" dirty="0"/>
          </a:p>
          <a:p>
            <a:r>
              <a:rPr lang="ru-RU" sz="3200" dirty="0" smtClean="0"/>
              <a:t>Орошается </a:t>
            </a:r>
            <a:r>
              <a:rPr lang="ru-RU" sz="3200" dirty="0"/>
              <a:t>1080 </a:t>
            </a:r>
            <a:r>
              <a:rPr lang="ru-RU" sz="3200" dirty="0" smtClean="0"/>
              <a:t>кв. </a:t>
            </a:r>
            <a:r>
              <a:rPr lang="ru-RU" sz="3200" dirty="0"/>
              <a:t>км земли. На долю бананов приходится четверть доходов от экспорта.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685800"/>
            <a:ext cx="72639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/>
              <a:t>Отрасли сельского хозяйства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287200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69180" y="502920"/>
            <a:ext cx="108585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Автодороги</a:t>
            </a:r>
            <a:endParaRPr lang="ru-RU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всего</a:t>
            </a:r>
            <a:r>
              <a:rPr lang="ru-RU" sz="3200" dirty="0"/>
              <a:t> </a:t>
            </a:r>
            <a:r>
              <a:rPr lang="ru-RU" sz="3200" dirty="0" smtClean="0"/>
              <a:t>— 35330 км, в том числе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 твёрдым покрытием — 8621 км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без твёрдого покрытия — 26709 км</a:t>
            </a:r>
          </a:p>
          <a:p>
            <a:r>
              <a:rPr lang="ru-RU" sz="3200" b="1" dirty="0" smtClean="0"/>
              <a:t>Железные </a:t>
            </a:r>
            <a:r>
              <a:rPr lang="ru-RU" sz="3200" b="1" dirty="0"/>
              <a:t>дороги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всего — 278 км</a:t>
            </a:r>
          </a:p>
          <a:p>
            <a:r>
              <a:rPr lang="ru-RU" sz="3200" b="1" dirty="0"/>
              <a:t>Аэропорты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всего — 157, в том числе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 твердым покрытием — 32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без твердого покрытия — 125</a:t>
            </a:r>
          </a:p>
          <a:p>
            <a:r>
              <a:rPr lang="ru-RU" sz="3200" b="1" dirty="0"/>
              <a:t>Водный транспорт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всего судов —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700" y="1005840"/>
            <a:ext cx="26860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/>
              <a:t>Транспорт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3828866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904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В Коста-Рике обитает более 5% всего живого на нашей планете.</a:t>
            </a:r>
            <a:r>
              <a:rPr lang="ru-RU" sz="3600" dirty="0"/>
              <a:t> </a:t>
            </a:r>
            <a:endParaRPr lang="ru-RU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794689"/>
            <a:ext cx="108585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Коста-Рика небольшая страна, но в её границах упаковано столько всего интересного! Коста-Рика занимает всего лишь </a:t>
            </a:r>
            <a:r>
              <a:rPr lang="ru-RU" sz="3200" b="1" dirty="0"/>
              <a:t>0,03</a:t>
            </a:r>
            <a:r>
              <a:rPr lang="ru-RU" sz="3200" dirty="0"/>
              <a:t> процента поверхности </a:t>
            </a:r>
            <a:r>
              <a:rPr lang="ru-RU" sz="3200" dirty="0" smtClean="0"/>
              <a:t>планеты. Но при этом: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Страна </a:t>
            </a:r>
            <a:r>
              <a:rPr lang="ru-RU" sz="3200" dirty="0"/>
              <a:t>является домом для более чем </a:t>
            </a:r>
            <a:r>
              <a:rPr lang="ru-RU" sz="3200" b="1" dirty="0"/>
              <a:t>500 000</a:t>
            </a:r>
            <a:r>
              <a:rPr lang="ru-RU" sz="3200" dirty="0"/>
              <a:t> видов!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Коста-Рика </a:t>
            </a:r>
            <a:r>
              <a:rPr lang="ru-RU" sz="3200" dirty="0"/>
              <a:t>содержит </a:t>
            </a:r>
            <a:r>
              <a:rPr lang="ru-RU" sz="3200" dirty="0" smtClean="0"/>
              <a:t>приблизительно</a:t>
            </a:r>
            <a:r>
              <a:rPr lang="ru-RU" sz="3200" dirty="0"/>
              <a:t> </a:t>
            </a:r>
            <a:r>
              <a:rPr lang="ru-RU" sz="3200" b="1" dirty="0"/>
              <a:t>18</a:t>
            </a:r>
            <a:r>
              <a:rPr lang="ru-RU" sz="3200" dirty="0"/>
              <a:t> процентов вообще всех видов бабочек</a:t>
            </a:r>
            <a:r>
              <a:rPr lang="ru-RU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Из </a:t>
            </a:r>
            <a:r>
              <a:rPr lang="ru-RU" sz="3200" b="1" dirty="0"/>
              <a:t>338</a:t>
            </a:r>
            <a:r>
              <a:rPr lang="ru-RU" sz="3200" dirty="0"/>
              <a:t> известных видов колибри, около </a:t>
            </a:r>
            <a:r>
              <a:rPr lang="ru-RU" sz="3200" b="1" dirty="0"/>
              <a:t>50</a:t>
            </a:r>
            <a:r>
              <a:rPr lang="ru-RU" sz="3200" dirty="0"/>
              <a:t> живут в Коста-Рике.</a:t>
            </a:r>
          </a:p>
        </p:txBody>
      </p:sp>
    </p:spTree>
    <p:extLst>
      <p:ext uri="{BB962C8B-B14F-4D97-AF65-F5344CB8AC3E}">
        <p14:creationId xmlns:p14="http://schemas.microsoft.com/office/powerpoint/2010/main" val="105600532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base.com-845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powerpointbase.com-845</Template>
  <TotalTime>62</TotalTime>
  <Words>117</Words>
  <Application>Microsoft Office PowerPoint</Application>
  <PresentationFormat>Широкоэкранный</PresentationFormat>
  <Paragraphs>65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powerpointbase.com-845</vt:lpstr>
      <vt:lpstr>Коста-Рика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Коста-Рика</dc:title>
  <dc:creator>nurlan.urazkulov@gmail.com</dc:creator>
  <cp:lastModifiedBy>nurlan.urazkulov@gmail.com</cp:lastModifiedBy>
  <cp:revision>8</cp:revision>
  <dcterms:created xsi:type="dcterms:W3CDTF">2021-04-11T16:26:48Z</dcterms:created>
  <dcterms:modified xsi:type="dcterms:W3CDTF">2021-04-11T17:28:57Z</dcterms:modified>
</cp:coreProperties>
</file>